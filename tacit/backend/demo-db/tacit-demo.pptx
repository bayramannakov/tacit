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yramannakov/GH/opus-4-6-hack/tacit/backend/demo-db/pptx-workspace/illustration-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0D1117">
              <a:alpha val="9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029200" y="0"/>
            <a:ext cx="1371600" cy="5143500"/>
          </a:xfrm>
          <a:prstGeom prst="rect">
            <a:avLst/>
          </a:prstGeom>
          <a:solidFill>
            <a:srgbClr val="0D1117">
              <a:alpha val="5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716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80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TACIT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246888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team knowledge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 reviews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Claude Agent SDK and Opus 4.6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1246138"/>
            <a:ext cx="803168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Adoption Cliff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1731913"/>
            <a:ext cx="803168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is incredible — if you've invested in your CLAUDE.md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4901" y="2255788"/>
            <a:ext cx="2150566" cy="1177826"/>
          </a:xfrm>
          <a:prstGeom prst="roundRect">
            <a:avLst>
              <a:gd name="adj" fmla="val 8626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30324" y="2468463"/>
            <a:ext cx="175972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/init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30324" y="2916138"/>
            <a:ext cx="17597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the inferrable stuff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88618" y="2668488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03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496568" y="2255788"/>
            <a:ext cx="2150715" cy="1177826"/>
          </a:xfrm>
          <a:prstGeom prst="roundRect">
            <a:avLst>
              <a:gd name="adj" fmla="val 8626"/>
            </a:avLst>
          </a:prstGeom>
          <a:solidFill>
            <a:srgbClr val="F85149">
              <a:alpha val="6000"/>
            </a:srgbClr>
          </a:solidFill>
          <a:ln w="9525">
            <a:solidFill>
              <a:srgbClr val="F851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91990" y="2468463"/>
            <a:ext cx="175987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691990" y="2916138"/>
            <a:ext cx="17598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Tacit rules are missing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850434" y="2668488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03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358384" y="2255788"/>
            <a:ext cx="2150715" cy="1177826"/>
          </a:xfrm>
          <a:prstGeom prst="roundRect">
            <a:avLst>
              <a:gd name="adj" fmla="val 8626"/>
            </a:avLst>
          </a:prstGeom>
          <a:solidFill>
            <a:srgbClr val="F85149">
              <a:alpha val="6000"/>
            </a:srgbClr>
          </a:solidFill>
          <a:ln w="9525">
            <a:solidFill>
              <a:srgbClr val="F851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53806" y="2468463"/>
            <a:ext cx="175987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553806" y="2916138"/>
            <a:ext cx="17598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gives up on Claude Code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6159" y="3738414"/>
            <a:ext cx="80316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that knowledge </a:t>
            </a:r>
            <a:pPr algn="ctr"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pPr algn="ctr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expressed — in PR reviews.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1225748"/>
            <a:ext cx="803168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Tacit Works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1686074"/>
            <a:ext cx="80316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agents mine your repo history — output follows Claude Code's memory hierarchy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2124224"/>
            <a:ext cx="1587550" cy="768102"/>
          </a:xfrm>
          <a:prstGeom prst="roundRect">
            <a:avLst>
              <a:gd name="adj" fmla="val 13227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8230" y="2311450"/>
            <a:ext cx="13408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8230" y="2505075"/>
            <a:ext cx="13408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349401" y="2360563"/>
            <a:ext cx="2591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730401" y="2124224"/>
            <a:ext cx="1587698" cy="768102"/>
          </a:xfrm>
          <a:prstGeom prst="roundRect">
            <a:avLst>
              <a:gd name="adj" fmla="val 13227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3729" y="2311450"/>
            <a:ext cx="13410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53729" y="2505075"/>
            <a:ext cx="1341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PRs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45050" y="2360563"/>
            <a:ext cx="2591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826050" y="2124224"/>
            <a:ext cx="1587550" cy="768102"/>
          </a:xfrm>
          <a:prstGeom prst="roundRect">
            <a:avLst>
              <a:gd name="adj" fmla="val 13227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949379" y="2311450"/>
            <a:ext cx="13408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49379" y="2505075"/>
            <a:ext cx="13408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40550" y="2360563"/>
            <a:ext cx="2591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21550" y="2124224"/>
            <a:ext cx="1587550" cy="768102"/>
          </a:xfrm>
          <a:prstGeom prst="roundRect">
            <a:avLst>
              <a:gd name="adj" fmla="val 13227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4879" y="2311450"/>
            <a:ext cx="13408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44879" y="2505075"/>
            <a:ext cx="13408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4901" y="3324076"/>
            <a:ext cx="2523083" cy="644426"/>
          </a:xfrm>
          <a:prstGeom prst="roundRect">
            <a:avLst>
              <a:gd name="adj" fmla="val 15766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8875" y="3460552"/>
            <a:ext cx="229513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.claude/rules/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8875" y="3698677"/>
            <a:ext cx="22951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Anti-patterns, code style, testing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10384" y="3324076"/>
            <a:ext cx="2523232" cy="644426"/>
          </a:xfrm>
          <a:prstGeom prst="roundRect">
            <a:avLst>
              <a:gd name="adj" fmla="val 15766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424357" y="3460552"/>
            <a:ext cx="229528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24357" y="3698677"/>
            <a:ext cx="22952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workflows, commands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86016" y="3324076"/>
            <a:ext cx="2523083" cy="644426"/>
          </a:xfrm>
          <a:prstGeom prst="roundRect">
            <a:avLst>
              <a:gd name="adj" fmla="val 15766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99990" y="3460552"/>
            <a:ext cx="229513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99990" y="3698677"/>
            <a:ext cx="22951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rule links to source PR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1085850"/>
            <a:ext cx="803168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Rule Has a Story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1546175"/>
            <a:ext cx="80316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— trace any rule back to its source PR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958876"/>
            <a:ext cx="7874198" cy="1774775"/>
          </a:xfrm>
          <a:prstGeom prst="roundRect">
            <a:avLst>
              <a:gd name="adj" fmla="val 5725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3776" y="2197001"/>
            <a:ext cx="74423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#15715 — Reviewer comment: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23776" y="2416076"/>
            <a:ext cx="74423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creates conflicting lockfiles. Remove package-lock.json."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23776" y="2778026"/>
            <a:ext cx="7296448" cy="717500"/>
          </a:xfrm>
          <a:prstGeom prst="roundRect">
            <a:avLst>
              <a:gd name="adj" fmla="val 10620"/>
            </a:avLst>
          </a:prstGeom>
          <a:solidFill>
            <a:srgbClr val="F85149">
              <a:alpha val="8000"/>
            </a:srgbClr>
          </a:solidFill>
          <a:ln w="9525">
            <a:solidFill>
              <a:srgbClr val="F851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36452" y="2939951"/>
            <a:ext cx="70085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EXTRACTED RULE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6452" y="3124051"/>
            <a:ext cx="700851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commit package-lock.json — this project uses pnpm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56159" y="3936802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human wrote this rule. Tacit read the review and extracted it.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1028998"/>
            <a:ext cx="803168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8 OSS Repos + Private Teams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1578173"/>
            <a:ext cx="1835200" cy="971550"/>
          </a:xfrm>
          <a:prstGeom prst="roundRect">
            <a:avLst>
              <a:gd name="adj" fmla="val 10458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81712" y="1740098"/>
            <a:ext cx="154157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81712" y="2244923"/>
            <a:ext cx="15415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extracted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647801" y="1578173"/>
            <a:ext cx="1835348" cy="971550"/>
          </a:xfrm>
          <a:prstGeom prst="roundRect">
            <a:avLst>
              <a:gd name="adj" fmla="val 10458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794611" y="1740098"/>
            <a:ext cx="154172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794611" y="2244923"/>
            <a:ext cx="15417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 discoveries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0850" y="1578173"/>
            <a:ext cx="1835200" cy="971550"/>
          </a:xfrm>
          <a:prstGeom prst="roundRect">
            <a:avLst>
              <a:gd name="adj" fmla="val 10458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7662" y="1740098"/>
            <a:ext cx="154157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807662" y="2244923"/>
            <a:ext cx="15415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Anti-patterns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673751" y="1578173"/>
            <a:ext cx="1835348" cy="971550"/>
          </a:xfrm>
          <a:prstGeom prst="roundRect">
            <a:avLst>
              <a:gd name="adj" fmla="val 10458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820561" y="1740098"/>
            <a:ext cx="154172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820561" y="2244923"/>
            <a:ext cx="15417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provenance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4901" y="2854375"/>
            <a:ext cx="939998" cy="253901"/>
          </a:xfrm>
          <a:prstGeom prst="roundRect">
            <a:avLst>
              <a:gd name="adj" fmla="val 60023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71376" y="2914650"/>
            <a:ext cx="6803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vercel/next.js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51099" y="2854375"/>
            <a:ext cx="1029444" cy="253901"/>
          </a:xfrm>
          <a:prstGeom prst="roundRect">
            <a:avLst>
              <a:gd name="adj" fmla="val 60023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787575" y="2914650"/>
            <a:ext cx="7716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denoland/deno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56743" y="2854375"/>
            <a:ext cx="1454795" cy="253901"/>
          </a:xfrm>
          <a:prstGeom prst="roundRect">
            <a:avLst>
              <a:gd name="adj" fmla="val 60023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893219" y="2914650"/>
            <a:ext cx="12054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anthropics/claude-code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87738" y="2854375"/>
            <a:ext cx="1391245" cy="253901"/>
          </a:xfrm>
          <a:prstGeom prst="roundRect">
            <a:avLst>
              <a:gd name="adj" fmla="val 60023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24214" y="2914650"/>
            <a:ext cx="11406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anthropics/sdk-python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755184" y="2854375"/>
            <a:ext cx="1410444" cy="253901"/>
          </a:xfrm>
          <a:prstGeom prst="roundRect">
            <a:avLst>
              <a:gd name="adj" fmla="val 60023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891659" y="2914650"/>
            <a:ext cx="11602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langchain-ai/langchain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241828" y="2854375"/>
            <a:ext cx="990749" cy="253901"/>
          </a:xfrm>
          <a:prstGeom prst="roundRect">
            <a:avLst>
              <a:gd name="adj" fmla="val 60023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378303" y="2914650"/>
            <a:ext cx="7321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prisma/prisma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4901" y="3184475"/>
            <a:ext cx="1022747" cy="253901"/>
          </a:xfrm>
          <a:prstGeom prst="roundRect">
            <a:avLst>
              <a:gd name="adj" fmla="val 60023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71376" y="3244751"/>
            <a:ext cx="76479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facebook/react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733848" y="3184475"/>
            <a:ext cx="1270695" cy="253901"/>
          </a:xfrm>
          <a:prstGeom prst="roundRect">
            <a:avLst>
              <a:gd name="adj" fmla="val 60023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870323" y="3244751"/>
            <a:ext cx="10176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openclaw/openclaw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080742" y="3184475"/>
            <a:ext cx="1032272" cy="253901"/>
          </a:xfrm>
          <a:prstGeom prst="roundRect">
            <a:avLst>
              <a:gd name="adj" fmla="val 60023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217218" y="3244751"/>
            <a:ext cx="7745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private repos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4901" y="3692277"/>
            <a:ext cx="7874198" cy="472976"/>
          </a:xfrm>
          <a:prstGeom prst="roundRect">
            <a:avLst>
              <a:gd name="adj" fmla="val 21481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99046" y="3828752"/>
            <a:ext cx="75459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 of rules are </a:t>
            </a:r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</a:t>
            </a:r>
            <a:pPr algn="ctr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conventions teams enforce in reviews but never documented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3883" y="1009799"/>
            <a:ext cx="787623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Shouldn't Have to Write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33883" y="1539925"/>
            <a:ext cx="787623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 already said it in their PR reviews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1101" y="2082850"/>
            <a:ext cx="7721798" cy="892076"/>
          </a:xfrm>
          <a:prstGeom prst="roundRect">
            <a:avLst>
              <a:gd name="adj" fmla="val 11389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54494" y="2295525"/>
            <a:ext cx="723501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/init</a:t>
            </a:r>
            <a:pPr algn="ctr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handles the inferrable. </a:t>
            </a:r>
            <a:pPr algn="ctr"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Tacit</a:t>
            </a:r>
            <a:pPr algn="ctr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handles the tacit.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54494" y="2609850"/>
            <a:ext cx="72350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output: CLAUDE.md + .claude/rules/ — right where it belongs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63800" y="3533626"/>
            <a:ext cx="1433364" cy="314325"/>
          </a:xfrm>
          <a:prstGeom prst="roundRect">
            <a:avLst>
              <a:gd name="adj" fmla="val 56566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51025" y="3619351"/>
            <a:ext cx="1080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Agent SDK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24114" y="3533626"/>
            <a:ext cx="889843" cy="314325"/>
          </a:xfrm>
          <a:prstGeom prst="roundRect">
            <a:avLst>
              <a:gd name="adj" fmla="val 56566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811339" y="3619351"/>
            <a:ext cx="525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4.6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40907" y="3533626"/>
            <a:ext cx="939254" cy="314325"/>
          </a:xfrm>
          <a:prstGeom prst="roundRect">
            <a:avLst>
              <a:gd name="adj" fmla="val 56566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28133" y="3619351"/>
            <a:ext cx="5760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Agents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707112" y="3533626"/>
            <a:ext cx="1372939" cy="314325"/>
          </a:xfrm>
          <a:prstGeom prst="roundRect">
            <a:avLst>
              <a:gd name="adj" fmla="val 56566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94338" y="3619351"/>
            <a:ext cx="10184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SwiftUI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3883" y="4051102"/>
            <a:ext cx="78762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presentation was also generated with Claude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Tacit - Extract Team Knowledge from PR Reviews</dc:title>
  <dc:subject>PptxGenJS Presentation</dc:subject>
  <dc:creator>Bayram Annakov</dc:creator>
  <cp:lastModifiedBy>Bayram Annakov</cp:lastModifiedBy>
  <cp:revision>1</cp:revision>
  <dcterms:created xsi:type="dcterms:W3CDTF">2026-02-16T03:31:47Z</dcterms:created>
  <dcterms:modified xsi:type="dcterms:W3CDTF">2026-02-16T03:31:47Z</dcterms:modified>
</cp:coreProperties>
</file>