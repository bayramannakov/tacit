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433911" y="1358950"/>
            <a:ext cx="2321549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5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TACIT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2547193" y="2222450"/>
            <a:ext cx="41306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1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Team Knowledge Extraction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512219" y="2870150"/>
            <a:ext cx="420195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what your team knows but never wrote down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92810" y="3460700"/>
            <a:ext cx="2758380" cy="374452"/>
          </a:xfrm>
          <a:prstGeom prst="roundRect">
            <a:avLst>
              <a:gd name="adj" fmla="val 67833"/>
            </a:avLst>
          </a:prstGeom>
          <a:solidFill>
            <a:srgbClr val="00D4AA">
              <a:alpha val="12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456236" y="3571726"/>
            <a:ext cx="2276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Claude Agent SDK + MCP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955477"/>
            <a:ext cx="3873550" cy="809476"/>
          </a:xfrm>
          <a:prstGeom prst="rect">
            <a:avLst/>
          </a:prstGeom>
          <a:solidFill>
            <a:srgbClr val="F85149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31763" y="955477"/>
            <a:ext cx="0" cy="809476"/>
          </a:xfrm>
          <a:prstGeom prst="line">
            <a:avLst/>
          </a:prstGeom>
          <a:noFill/>
          <a:ln w="47625">
            <a:solidFill>
              <a:srgbClr val="F851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3276" y="1082427"/>
            <a:ext cx="35399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Tribal Knowledge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3276" y="1333202"/>
            <a:ext cx="35399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that exist only in people's heads: "don't commit package-lock in a pnpm repo"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950" y="1866454"/>
            <a:ext cx="3873550" cy="809476"/>
          </a:xfrm>
          <a:prstGeom prst="rect">
            <a:avLst/>
          </a:prstGeom>
          <a:solidFill>
            <a:srgbClr val="F85149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31763" y="1866454"/>
            <a:ext cx="0" cy="809476"/>
          </a:xfrm>
          <a:prstGeom prst="line">
            <a:avLst/>
          </a:prstGeom>
          <a:noFill/>
          <a:ln w="47625">
            <a:solidFill>
              <a:srgbClr val="F851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3276" y="1993404"/>
            <a:ext cx="35399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by Failing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3276" y="2244179"/>
            <a:ext cx="35399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developers discover conventions by making mistakes and getting PRs rejected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950" y="2777430"/>
            <a:ext cx="3873550" cy="809476"/>
          </a:xfrm>
          <a:prstGeom prst="rect">
            <a:avLst/>
          </a:prstGeom>
          <a:solidFill>
            <a:srgbClr val="F85149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1763" y="2777430"/>
            <a:ext cx="0" cy="809476"/>
          </a:xfrm>
          <a:prstGeom prst="line">
            <a:avLst/>
          </a:prstGeom>
          <a:noFill/>
          <a:ln w="47625">
            <a:solidFill>
              <a:srgbClr val="F851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3276" y="2904381"/>
            <a:ext cx="35399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in PR Reviews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3276" y="3155156"/>
            <a:ext cx="35399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knowledge buried in thousands of review comments nobody reads again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62500" y="955477"/>
            <a:ext cx="3873550" cy="936575"/>
          </a:xfrm>
          <a:prstGeom prst="roundRect">
            <a:avLst>
              <a:gd name="adj" fmla="val 10848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924425" y="1117402"/>
            <a:ext cx="362069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924425" y="1577727"/>
            <a:ext cx="36206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team conventions are undocumented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62500" y="1993553"/>
            <a:ext cx="3873550" cy="936575"/>
          </a:xfrm>
          <a:prstGeom prst="roundRect">
            <a:avLst>
              <a:gd name="adj" fmla="val 10848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924425" y="2155478"/>
            <a:ext cx="362069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924425" y="2615803"/>
            <a:ext cx="36206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PR review cycles are for already-known rules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62500" y="3031629"/>
            <a:ext cx="3873550" cy="936575"/>
          </a:xfrm>
          <a:prstGeom prst="roundRect">
            <a:avLst>
              <a:gd name="adj" fmla="val 10848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24425" y="3193554"/>
            <a:ext cx="362069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924425" y="3653879"/>
            <a:ext cx="36206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that extract rules FROM code reviews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71500" y="431750"/>
            <a:ext cx="816102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Tacit 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71500" y="917525"/>
            <a:ext cx="81610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AI agents mine your repo's history and output native Claude Code format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71500" y="1371451"/>
            <a:ext cx="1905000" cy="1203127"/>
          </a:xfrm>
          <a:prstGeom prst="roundRect">
            <a:avLst>
              <a:gd name="adj" fmla="val 8445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3425" y="1507927"/>
            <a:ext cx="1612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3425" y="1701552"/>
            <a:ext cx="1612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Analysis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3425" y="1904702"/>
            <a:ext cx="161277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agents scan structure, docs, CI failures, configs, anti-patterns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3450" y="1371451"/>
            <a:ext cx="1905149" cy="1203127"/>
          </a:xfrm>
          <a:prstGeom prst="roundRect">
            <a:avLst>
              <a:gd name="adj" fmla="val 8445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765375" y="1507927"/>
            <a:ext cx="16129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65375" y="1701552"/>
            <a:ext cx="16129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Deep-Dive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65375" y="1904702"/>
            <a:ext cx="1612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CHANGES_REQUESTED reviews, analyze thread discussions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35550" y="1371451"/>
            <a:ext cx="1905000" cy="1203127"/>
          </a:xfrm>
          <a:prstGeom prst="roundRect">
            <a:avLst>
              <a:gd name="adj" fmla="val 8445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97475" y="1507927"/>
            <a:ext cx="1612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97475" y="1701552"/>
            <a:ext cx="1612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97475" y="1904702"/>
            <a:ext cx="161277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Cross-source dedup, confidence boosting, remove generic rules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67500" y="1371451"/>
            <a:ext cx="1905000" cy="1203127"/>
          </a:xfrm>
          <a:prstGeom prst="roundRect">
            <a:avLst>
              <a:gd name="adj" fmla="val 8445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29425" y="1507927"/>
            <a:ext cx="1612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29425" y="1701552"/>
            <a:ext cx="16127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29425" y="1904702"/>
            <a:ext cx="1612773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+ .claude/rules/ with path scoping and provenance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71500" y="2828479"/>
            <a:ext cx="81610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71500" y="2971354"/>
            <a:ext cx="2548533" cy="857250"/>
          </a:xfrm>
          <a:prstGeom prst="roundRect">
            <a:avLst>
              <a:gd name="adj" fmla="val 11852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3425" y="3133279"/>
            <a:ext cx="2269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3425" y="3380929"/>
            <a:ext cx="22691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Monolithic file with all conventions organized by section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97734" y="2971354"/>
            <a:ext cx="2548533" cy="857250"/>
          </a:xfrm>
          <a:prstGeom prst="roundRect">
            <a:avLst>
              <a:gd name="adj" fmla="val 11852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59659" y="3133279"/>
            <a:ext cx="2269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.claude/rules/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459659" y="3380929"/>
            <a:ext cx="22691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path-scoped rule files with YAML frontmatter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23967" y="2971354"/>
            <a:ext cx="2548533" cy="857250"/>
          </a:xfrm>
          <a:prstGeom prst="roundRect">
            <a:avLst>
              <a:gd name="adj" fmla="val 11852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185892" y="3133279"/>
            <a:ext cx="2269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 Links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185892" y="3380929"/>
            <a:ext cx="22691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rule traces back to the PR where it was learned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OpenClaw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828526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open-source project, 15,000+ PRs, active development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177677"/>
            <a:ext cx="8128099" cy="1917353"/>
          </a:xfrm>
          <a:prstGeom prst="roundRect">
            <a:avLst>
              <a:gd name="adj" fmla="val 5299"/>
            </a:avLst>
          </a:prstGeom>
          <a:solidFill>
            <a:srgbClr val="010409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20626" y="1364903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F851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5527" y="1364903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D299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50429" y="1364903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20626" y="1593354"/>
            <a:ext cx="78568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__main__.py openclaw/openclaw --skip-extract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0626" y="1821954"/>
            <a:ext cx="78568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Tacit - Continuous team knowledge extraction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0626" y="2002929"/>
            <a:ext cx="78568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Target: openclaw/openclaw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20626" y="2183904"/>
            <a:ext cx="78568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Found existing repo (id=10, 158 rules)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0626" y="2364879"/>
            <a:ext cx="78568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Generating CLAUDE.md...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20626" y="2545854"/>
            <a:ext cx="78568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 CLAUDE.md (800 lines)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20626" y="2726829"/>
            <a:ext cx="78568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Summary: 158 rules | 47 novel (30%) | 10 anti-patterns | 158 with provenance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950" y="3272730"/>
            <a:ext cx="1917650" cy="907852"/>
          </a:xfrm>
          <a:prstGeom prst="roundRect">
            <a:avLst>
              <a:gd name="adj" fmla="val 11191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69875" y="3409206"/>
            <a:ext cx="162567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9875" y="3758357"/>
            <a:ext cx="16256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extracted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78001" y="3272730"/>
            <a:ext cx="1917799" cy="907852"/>
          </a:xfrm>
          <a:prstGeom prst="roundRect">
            <a:avLst>
              <a:gd name="adj" fmla="val 11191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739926" y="3409206"/>
            <a:ext cx="162582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739926" y="3758357"/>
            <a:ext cx="16258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 (not in any docs)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48200" y="3272730"/>
            <a:ext cx="1917650" cy="907852"/>
          </a:xfrm>
          <a:prstGeom prst="roundRect">
            <a:avLst>
              <a:gd name="adj" fmla="val 11191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810125" y="3409206"/>
            <a:ext cx="162567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810125" y="3758357"/>
            <a:ext cx="16256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anti-patterns from PR reviews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718250" y="3272730"/>
            <a:ext cx="1917799" cy="907852"/>
          </a:xfrm>
          <a:prstGeom prst="roundRect">
            <a:avLst>
              <a:gd name="adj" fmla="val 11191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880175" y="3409206"/>
            <a:ext cx="162582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80175" y="3758357"/>
            <a:ext cx="16258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provenance links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Provenance: Every Rule Has a Story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828526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any rule back to the exact PR discussion where the team learned 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7950" y="1203127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6240" y="1276052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1202" y="1203127"/>
            <a:ext cx="7594848" cy="730151"/>
          </a:xfrm>
          <a:prstGeom prst="roundRect">
            <a:avLst>
              <a:gd name="adj" fmla="val 13915"/>
            </a:avLst>
          </a:prstGeom>
          <a:solidFill>
            <a:srgbClr val="F85149">
              <a:alpha val="8000"/>
            </a:srgbClr>
          </a:solidFill>
          <a:ln w="9525">
            <a:solidFill>
              <a:srgbClr val="F8514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28427" y="1339602"/>
            <a:ext cx="73648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EXTRACTED RULE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228427" y="1511052"/>
            <a:ext cx="7364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package-lock.json -- this project uses pnpm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8427" y="1663452"/>
            <a:ext cx="73648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Confidence: 0.90 | Source: anti_pattern | Category: workflow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7950" y="203477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6240" y="2107704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41202" y="2034778"/>
            <a:ext cx="7594848" cy="914102"/>
          </a:xfrm>
          <a:prstGeom prst="roundRect">
            <a:avLst>
              <a:gd name="adj" fmla="val 11115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28427" y="2171254"/>
            <a:ext cx="73648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PR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228427" y="2342704"/>
            <a:ext cx="7364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#15715: A contributor ran npm install instead of pnpm install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28427" y="2520404"/>
            <a:ext cx="73648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a 14,000-line package-lock.json in a pnpm-managed repo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28427" y="2679055"/>
            <a:ext cx="73648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github.com/openclaw/openclaw/pull/15715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7950" y="305038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6240" y="3123307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41202" y="3050381"/>
            <a:ext cx="7594848" cy="755452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28427" y="3186857"/>
            <a:ext cx="73648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 COMMENT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28427" y="3358307"/>
            <a:ext cx="7364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creates conflicting lockfiles. Remove package-lock.json."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28427" y="3536007"/>
            <a:ext cx="73648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Flagged independently by both Greptile bot AND a human reviewer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07950" y="390733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6240" y="3980259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41202" y="3907334"/>
            <a:ext cx="7594848" cy="755452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228427" y="4043809"/>
            <a:ext cx="73648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TACIT OUTPUT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28427" y="4215259"/>
            <a:ext cx="7364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Auto-generated as a NEVER rule in .claude/rules/do-not.md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228427" y="4392960"/>
            <a:ext cx="73648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human wrote this rule. Tacit read the review and extracted it.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406301"/>
            <a:ext cx="829066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Across 7 Repos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7950" y="980926"/>
            <a:ext cx="1898749" cy="996702"/>
          </a:xfrm>
          <a:prstGeom prst="roundRect">
            <a:avLst>
              <a:gd name="adj" fmla="val 10194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9933" y="1168152"/>
            <a:ext cx="155478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79933" y="1647527"/>
            <a:ext cx="15547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rules extracted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584400" y="980926"/>
            <a:ext cx="1898749" cy="996702"/>
          </a:xfrm>
          <a:prstGeom prst="roundRect">
            <a:avLst>
              <a:gd name="adj" fmla="val 10194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756383" y="1168152"/>
            <a:ext cx="155478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56383" y="1647527"/>
            <a:ext cx="15547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OSS repos tested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0850" y="980926"/>
            <a:ext cx="1898749" cy="996702"/>
          </a:xfrm>
          <a:prstGeom prst="roundRect">
            <a:avLst>
              <a:gd name="adj" fmla="val 10194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32833" y="1168152"/>
            <a:ext cx="155478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832833" y="1647527"/>
            <a:ext cx="15547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37300" y="980926"/>
            <a:ext cx="1898749" cy="996702"/>
          </a:xfrm>
          <a:prstGeom prst="roundRect">
            <a:avLst>
              <a:gd name="adj" fmla="val 10194"/>
            </a:avLst>
          </a:prstGeom>
          <a:solidFill>
            <a:srgbClr val="161B22"/>
          </a:solidFill>
          <a:ln w="9525">
            <a:solidFill>
              <a:srgbClr val="3036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09283" y="1168152"/>
            <a:ext cx="155478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09283" y="1647527"/>
            <a:ext cx="15547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950" y="2256979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per repository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7950" y="2588568"/>
            <a:ext cx="15544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openclaw/openclaw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33451" y="2558504"/>
            <a:ext cx="6502598" cy="203150"/>
          </a:xfrm>
          <a:prstGeom prst="roundRect">
            <a:avLst>
              <a:gd name="adj" fmla="val 2500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133451" y="2558504"/>
            <a:ext cx="6578798" cy="203150"/>
          </a:xfrm>
          <a:prstGeom prst="roundRect">
            <a:avLst>
              <a:gd name="adj" fmla="val 25006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209651" y="2593330"/>
            <a:ext cx="1946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7950" y="2867918"/>
            <a:ext cx="15544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denoland/deno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33451" y="2837855"/>
            <a:ext cx="6502598" cy="203150"/>
          </a:xfrm>
          <a:prstGeom prst="roundRect">
            <a:avLst>
              <a:gd name="adj" fmla="val 2500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133451" y="2837855"/>
            <a:ext cx="5798344" cy="203150"/>
          </a:xfrm>
          <a:prstGeom prst="roundRect">
            <a:avLst>
              <a:gd name="adj" fmla="val 25006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209651" y="2872680"/>
            <a:ext cx="1946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7950" y="3147268"/>
            <a:ext cx="15544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vercel/next.js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33451" y="3117205"/>
            <a:ext cx="6502598" cy="203150"/>
          </a:xfrm>
          <a:prstGeom prst="roundRect">
            <a:avLst>
              <a:gd name="adj" fmla="val 2500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133451" y="3117205"/>
            <a:ext cx="4237732" cy="203150"/>
          </a:xfrm>
          <a:prstGeom prst="roundRect">
            <a:avLst>
              <a:gd name="adj" fmla="val 25006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209651" y="3152031"/>
            <a:ext cx="19461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7950" y="3426619"/>
            <a:ext cx="15544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facebook/react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33451" y="3396555"/>
            <a:ext cx="6502598" cy="203150"/>
          </a:xfrm>
          <a:prstGeom prst="roundRect">
            <a:avLst>
              <a:gd name="adj" fmla="val 2500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133451" y="3396555"/>
            <a:ext cx="3652540" cy="203150"/>
          </a:xfrm>
          <a:prstGeom prst="roundRect">
            <a:avLst>
              <a:gd name="adj" fmla="val 25006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209651" y="3431381"/>
            <a:ext cx="1297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07950" y="3705969"/>
            <a:ext cx="15544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prisma/prisma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133451" y="3675906"/>
            <a:ext cx="6502598" cy="203150"/>
          </a:xfrm>
          <a:prstGeom prst="roundRect">
            <a:avLst>
              <a:gd name="adj" fmla="val 25006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133451" y="3675906"/>
            <a:ext cx="3587502" cy="203150"/>
          </a:xfrm>
          <a:prstGeom prst="roundRect">
            <a:avLst>
              <a:gd name="adj" fmla="val 25006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209651" y="3710732"/>
            <a:ext cx="1297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7950" y="4082207"/>
            <a:ext cx="8128099" cy="644426"/>
          </a:xfrm>
          <a:prstGeom prst="roundRect">
            <a:avLst>
              <a:gd name="adj" fmla="val 15766"/>
            </a:avLst>
          </a:prstGeom>
          <a:solidFill>
            <a:srgbClr val="00D4AA">
              <a:alpha val="6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95176" y="4218682"/>
            <a:ext cx="67401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74%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1533674" y="4261545"/>
            <a:ext cx="70534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suite score across 8 dimensions: anti-pattern mining, provenance, path scoping, modular rules, incremental extraction, outcome metrics, domain knowledge, ground truth recall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62000" y="958900"/>
            <a:ext cx="77724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Tacit: What Your Team Knows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62000" y="1787575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1800" y="1816150"/>
            <a:ext cx="907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550" y="1797100"/>
            <a:ext cx="507771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Anti-pattern mining from CHANGES_REQUESTED PR reviews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2000" y="2143125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31800" y="2171700"/>
            <a:ext cx="907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7550" y="2152650"/>
            <a:ext cx="511900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provenance: every rule links to the PR where it was learned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2000" y="2498675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1800" y="2527250"/>
            <a:ext cx="907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7550" y="2508200"/>
            <a:ext cx="481175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CLAUDE.md + .claude/rules/ output for Claude Code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2000" y="2854226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1800" y="2882801"/>
            <a:ext cx="907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7550" y="2863751"/>
            <a:ext cx="33761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learning via GitHub webhooks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2000" y="3209776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00D4A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1800" y="3238351"/>
            <a:ext cx="907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7550" y="3219301"/>
            <a:ext cx="25495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8-eval quality suite scoring 74%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2000" y="3920877"/>
            <a:ext cx="1382762" cy="314325"/>
          </a:xfrm>
          <a:prstGeom prst="roundRect">
            <a:avLst>
              <a:gd name="adj" fmla="val 56566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23925" y="4006602"/>
            <a:ext cx="1080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Agent SDK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71713" y="3920877"/>
            <a:ext cx="933152" cy="314325"/>
          </a:xfrm>
          <a:prstGeom prst="roundRect">
            <a:avLst>
              <a:gd name="adj" fmla="val 56566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433638" y="4006602"/>
            <a:ext cx="6214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1815" y="3920877"/>
            <a:ext cx="888653" cy="314325"/>
          </a:xfrm>
          <a:prstGeom prst="roundRect">
            <a:avLst>
              <a:gd name="adj" fmla="val 56566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493740" y="4006602"/>
            <a:ext cx="5760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Agents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47418" y="3920877"/>
            <a:ext cx="1322338" cy="314325"/>
          </a:xfrm>
          <a:prstGeom prst="roundRect">
            <a:avLst>
              <a:gd name="adj" fmla="val 56566"/>
            </a:avLst>
          </a:prstGeom>
          <a:solidFill>
            <a:srgbClr val="00D4AA">
              <a:alpha val="8000"/>
            </a:srgbClr>
          </a:solidFill>
          <a:ln w="9525">
            <a:solidFill>
              <a:srgbClr val="00D4A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509343" y="4006602"/>
            <a:ext cx="10184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SwiftUI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88423" y="4001839"/>
            <a:ext cx="10134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bayramannakov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Tacit: Continuous Team Knowledge Extraction</dc:title>
  <dc:subject>PptxGenJS Presentation</dc:subject>
  <dc:creator>Bayram Annakov</dc:creator>
  <cp:lastModifiedBy>Bayram Annakov</cp:lastModifiedBy>
  <cp:revision>1</cp:revision>
  <dcterms:created xsi:type="dcterms:W3CDTF">2026-02-14T07:54:09Z</dcterms:created>
  <dcterms:modified xsi:type="dcterms:W3CDTF">2026-02-14T07:54:09Z</dcterms:modified>
</cp:coreProperties>
</file>