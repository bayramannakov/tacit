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35"/>
    <p:restoredTop sz="96849"/>
  </p:normalViewPr>
  <p:slideViewPr>
    <p:cSldViewPr snapToGrid="0" snapToObjects="1">
      <p:cViewPr varScale="1">
        <p:scale>
          <a:sx n="200" d="100"/>
          <a:sy n="200" d="100"/>
        </p:scale>
        <p:origin x="528" y="4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061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F1BC2-FA39-DB24-C239-E5E3182FA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DEE9EA-0F3A-F7F3-1E73-14AAFBACF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7223B-D238-3649-9A67-9EBAC7C96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9614E-469E-2E9D-9F8D-5921DED05A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76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ayramannakov/GH/opus-4-6-hack/tacit/backend/demo-db/pptx-workspace/illustration-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D1117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kern="0" spc="8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TACIT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640080" y="24688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team knowledge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 reviews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Claude Agent SDK and Opus 4.6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1246138"/>
            <a:ext cx="803168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Adoption Cliff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731913"/>
            <a:ext cx="803168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is incredible — if you've invested in your CLAUDE.md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4901" y="2255788"/>
            <a:ext cx="2150566" cy="1177826"/>
          </a:xfrm>
          <a:prstGeom prst="roundRect">
            <a:avLst>
              <a:gd name="adj" fmla="val 8626"/>
            </a:avLst>
          </a:prstGeom>
          <a:solidFill>
            <a:srgbClr val="00D4AA">
              <a:alpha val="8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0324" y="2468463"/>
            <a:ext cx="175972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/init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30324" y="2916138"/>
            <a:ext cx="1759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the inferrable stuff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88618" y="2668488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96568" y="2255788"/>
            <a:ext cx="2150715" cy="1177826"/>
          </a:xfrm>
          <a:prstGeom prst="roundRect">
            <a:avLst>
              <a:gd name="adj" fmla="val 8626"/>
            </a:avLst>
          </a:prstGeom>
          <a:solidFill>
            <a:srgbClr val="F85149">
              <a:alpha val="6000"/>
            </a:srgbClr>
          </a:solidFill>
          <a:ln w="9525">
            <a:solidFill>
              <a:srgbClr val="F8514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91990" y="2468463"/>
            <a:ext cx="175987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91990" y="2916138"/>
            <a:ext cx="17598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Tacit rules are missing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0434" y="2668488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8384" y="2255788"/>
            <a:ext cx="2150715" cy="1177826"/>
          </a:xfrm>
          <a:prstGeom prst="roundRect">
            <a:avLst>
              <a:gd name="adj" fmla="val 8626"/>
            </a:avLst>
          </a:prstGeom>
          <a:solidFill>
            <a:srgbClr val="F85149">
              <a:alpha val="6000"/>
            </a:srgbClr>
          </a:solidFill>
          <a:ln w="9525">
            <a:solidFill>
              <a:srgbClr val="F8514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53806" y="2468463"/>
            <a:ext cx="175987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53806" y="2916138"/>
            <a:ext cx="17598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gives up on Claude Code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6159" y="3738414"/>
            <a:ext cx="80316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that knowledge </a:t>
            </a: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</a:t>
            </a: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expressed — in PR reviews.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1225748"/>
            <a:ext cx="803168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Tacit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686074"/>
            <a:ext cx="80316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agents mine your repo history — output follows Claude Code's memory hierarchy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4901" y="2124224"/>
            <a:ext cx="1587550" cy="768102"/>
          </a:xfrm>
          <a:prstGeom prst="roundRect">
            <a:avLst>
              <a:gd name="adj" fmla="val 13227"/>
            </a:avLst>
          </a:prstGeom>
          <a:solidFill>
            <a:srgbClr val="00D4AA">
              <a:alpha val="6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8230" y="2311450"/>
            <a:ext cx="13408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230" y="2505075"/>
            <a:ext cx="13408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49401" y="2360563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30401" y="2124224"/>
            <a:ext cx="1587698" cy="768102"/>
          </a:xfrm>
          <a:prstGeom prst="roundRect">
            <a:avLst>
              <a:gd name="adj" fmla="val 13227"/>
            </a:avLst>
          </a:prstGeom>
          <a:solidFill>
            <a:srgbClr val="00D4AA">
              <a:alpha val="6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53729" y="2311450"/>
            <a:ext cx="13410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53729" y="2505075"/>
            <a:ext cx="1341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 PRs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45050" y="2360563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26050" y="2124224"/>
            <a:ext cx="1587550" cy="768102"/>
          </a:xfrm>
          <a:prstGeom prst="roundRect">
            <a:avLst>
              <a:gd name="adj" fmla="val 13227"/>
            </a:avLst>
          </a:prstGeom>
          <a:solidFill>
            <a:srgbClr val="00D4AA">
              <a:alpha val="6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49379" y="2311450"/>
            <a:ext cx="13408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49379" y="2505075"/>
            <a:ext cx="13408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40550" y="2360563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21550" y="2124224"/>
            <a:ext cx="1587550" cy="768102"/>
          </a:xfrm>
          <a:prstGeom prst="roundRect">
            <a:avLst>
              <a:gd name="adj" fmla="val 13227"/>
            </a:avLst>
          </a:prstGeom>
          <a:solidFill>
            <a:srgbClr val="00D4AA">
              <a:alpha val="6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44879" y="2311450"/>
            <a:ext cx="13408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4879" y="2505075"/>
            <a:ext cx="13408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4901" y="3324076"/>
            <a:ext cx="2523083" cy="644426"/>
          </a:xfrm>
          <a:prstGeom prst="roundRect">
            <a:avLst>
              <a:gd name="adj" fmla="val 15766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8875" y="3460552"/>
            <a:ext cx="2295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.claude/rules/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8875" y="3698677"/>
            <a:ext cx="22951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Anti-patterns, code style, testing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10384" y="3324076"/>
            <a:ext cx="2523232" cy="644426"/>
          </a:xfrm>
          <a:prstGeom prst="roundRect">
            <a:avLst>
              <a:gd name="adj" fmla="val 15766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24357" y="3460552"/>
            <a:ext cx="22952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24357" y="3698677"/>
            <a:ext cx="22952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workflows, commands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86016" y="3324076"/>
            <a:ext cx="2523083" cy="644426"/>
          </a:xfrm>
          <a:prstGeom prst="roundRect">
            <a:avLst>
              <a:gd name="adj" fmla="val 15766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99990" y="3460552"/>
            <a:ext cx="22951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99990" y="3698677"/>
            <a:ext cx="22951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rule links to source PR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5F9FCE-89B5-6F6E-1F64-9832D5792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8B5B13-544C-FD60-7592-E55C48938015}"/>
              </a:ext>
            </a:extLst>
          </p:cNvPr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9A937B-3B4E-75E0-7370-A9A7F5C0A8C0}"/>
              </a:ext>
            </a:extLst>
          </p:cNvPr>
          <p:cNvSpPr/>
          <p:nvPr/>
        </p:nvSpPr>
        <p:spPr>
          <a:xfrm>
            <a:off x="3136934" y="2015899"/>
            <a:ext cx="2870132" cy="1111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7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93022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1085850"/>
            <a:ext cx="803168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Rule Has a Story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546175"/>
            <a:ext cx="80316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provenance — trace any rule back to its source PR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4901" y="1958876"/>
            <a:ext cx="7874198" cy="1774775"/>
          </a:xfrm>
          <a:prstGeom prst="roundRect">
            <a:avLst>
              <a:gd name="adj" fmla="val 5725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23776" y="2197001"/>
            <a:ext cx="7442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#15715 — Reviewer comment: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23776" y="2416076"/>
            <a:ext cx="7442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creates conflicting lockfiles. Remove package-lock.json."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3776" y="2778026"/>
            <a:ext cx="7296448" cy="717500"/>
          </a:xfrm>
          <a:prstGeom prst="roundRect">
            <a:avLst>
              <a:gd name="adj" fmla="val 10620"/>
            </a:avLst>
          </a:prstGeom>
          <a:solidFill>
            <a:srgbClr val="F85149">
              <a:alpha val="8000"/>
            </a:srgbClr>
          </a:solidFill>
          <a:ln w="9525">
            <a:solidFill>
              <a:srgbClr val="F8514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36452" y="2939951"/>
            <a:ext cx="7008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RULE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452" y="3124051"/>
            <a:ext cx="700851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commit package-lock.json — this project uses pnpm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6159" y="3936802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human wrote this rule. Tacit read the review and extracted it.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1028998"/>
            <a:ext cx="80316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8 OSS Repos + Private Teams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1578173"/>
            <a:ext cx="1835200" cy="971550"/>
          </a:xfrm>
          <a:prstGeom prst="roundRect">
            <a:avLst>
              <a:gd name="adj" fmla="val 1045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1712" y="1740098"/>
            <a:ext cx="154157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1712" y="2244923"/>
            <a:ext cx="15415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extracted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47801" y="1578173"/>
            <a:ext cx="1835348" cy="971550"/>
          </a:xfrm>
          <a:prstGeom prst="roundRect">
            <a:avLst>
              <a:gd name="adj" fmla="val 1045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94611" y="1740098"/>
            <a:ext cx="154172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94611" y="2244923"/>
            <a:ext cx="15417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discoveries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0850" y="1578173"/>
            <a:ext cx="1835200" cy="971550"/>
          </a:xfrm>
          <a:prstGeom prst="roundRect">
            <a:avLst>
              <a:gd name="adj" fmla="val 1045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07662" y="1740098"/>
            <a:ext cx="154157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07662" y="2244923"/>
            <a:ext cx="15415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3751" y="1578173"/>
            <a:ext cx="1835348" cy="971550"/>
          </a:xfrm>
          <a:prstGeom prst="roundRect">
            <a:avLst>
              <a:gd name="adj" fmla="val 1045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20561" y="1740098"/>
            <a:ext cx="154172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20561" y="2244923"/>
            <a:ext cx="15417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provenance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4901" y="2854375"/>
            <a:ext cx="939998" cy="253901"/>
          </a:xfrm>
          <a:prstGeom prst="roundRect">
            <a:avLst>
              <a:gd name="adj" fmla="val 60023"/>
            </a:avLst>
          </a:prstGeom>
          <a:solidFill>
            <a:srgbClr val="00D4AA">
              <a:alpha val="6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71376" y="2914650"/>
            <a:ext cx="6803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vercel/next.js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51099" y="2854375"/>
            <a:ext cx="1029444" cy="253901"/>
          </a:xfrm>
          <a:prstGeom prst="roundRect">
            <a:avLst>
              <a:gd name="adj" fmla="val 60023"/>
            </a:avLst>
          </a:prstGeom>
          <a:solidFill>
            <a:srgbClr val="00D4AA">
              <a:alpha val="6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787575" y="2914650"/>
            <a:ext cx="7716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denoland/deno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56743" y="2854375"/>
            <a:ext cx="1454795" cy="253901"/>
          </a:xfrm>
          <a:prstGeom prst="roundRect">
            <a:avLst>
              <a:gd name="adj" fmla="val 60023"/>
            </a:avLst>
          </a:prstGeom>
          <a:solidFill>
            <a:srgbClr val="00D4AA">
              <a:alpha val="6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893219" y="2914650"/>
            <a:ext cx="12054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anthropics/claude-code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87738" y="2854375"/>
            <a:ext cx="1391245" cy="253901"/>
          </a:xfrm>
          <a:prstGeom prst="roundRect">
            <a:avLst>
              <a:gd name="adj" fmla="val 60023"/>
            </a:avLst>
          </a:prstGeom>
          <a:solidFill>
            <a:srgbClr val="00D4AA">
              <a:alpha val="6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24214" y="2914650"/>
            <a:ext cx="11406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anthropics/sdk-python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55184" y="2854375"/>
            <a:ext cx="1410444" cy="253901"/>
          </a:xfrm>
          <a:prstGeom prst="roundRect">
            <a:avLst>
              <a:gd name="adj" fmla="val 60023"/>
            </a:avLst>
          </a:prstGeom>
          <a:solidFill>
            <a:srgbClr val="00D4AA">
              <a:alpha val="6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891659" y="2914650"/>
            <a:ext cx="11602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langchain-ai/langchain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41828" y="2854375"/>
            <a:ext cx="990749" cy="253901"/>
          </a:xfrm>
          <a:prstGeom prst="roundRect">
            <a:avLst>
              <a:gd name="adj" fmla="val 60023"/>
            </a:avLst>
          </a:prstGeom>
          <a:solidFill>
            <a:srgbClr val="00D4AA">
              <a:alpha val="6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378303" y="2914650"/>
            <a:ext cx="7321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prisma/prisma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4901" y="3184475"/>
            <a:ext cx="1022747" cy="253901"/>
          </a:xfrm>
          <a:prstGeom prst="roundRect">
            <a:avLst>
              <a:gd name="adj" fmla="val 60023"/>
            </a:avLst>
          </a:prstGeom>
          <a:solidFill>
            <a:srgbClr val="00D4AA">
              <a:alpha val="6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71376" y="3244751"/>
            <a:ext cx="764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facebook/react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33848" y="3184475"/>
            <a:ext cx="1270695" cy="253901"/>
          </a:xfrm>
          <a:prstGeom prst="roundRect">
            <a:avLst>
              <a:gd name="adj" fmla="val 60023"/>
            </a:avLst>
          </a:prstGeom>
          <a:solidFill>
            <a:srgbClr val="00D4AA">
              <a:alpha val="6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870323" y="3244751"/>
            <a:ext cx="1017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openclaw/openclaw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80742" y="3184475"/>
            <a:ext cx="1032272" cy="253901"/>
          </a:xfrm>
          <a:prstGeom prst="roundRect">
            <a:avLst>
              <a:gd name="adj" fmla="val 60023"/>
            </a:avLst>
          </a:prstGeom>
          <a:solidFill>
            <a:srgbClr val="00D4AA">
              <a:alpha val="6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217218" y="3244751"/>
            <a:ext cx="7745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private repos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4901" y="3692277"/>
            <a:ext cx="7874198" cy="472976"/>
          </a:xfrm>
          <a:prstGeom prst="roundRect">
            <a:avLst>
              <a:gd name="adj" fmla="val 21481"/>
            </a:avLst>
          </a:prstGeom>
          <a:solidFill>
            <a:srgbClr val="00D4AA">
              <a:alpha val="6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99046" y="3828752"/>
            <a:ext cx="7545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 of rules are </a:t>
            </a: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</a:t>
            </a: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conventions teams enforce in reviews but never documented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0607" y="943691"/>
            <a:ext cx="4003923" cy="10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Shouldn't Have to Write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486" y="1913829"/>
            <a:ext cx="41261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already said it in their PR reviews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5051" y="2448791"/>
            <a:ext cx="3625938" cy="892076"/>
          </a:xfrm>
          <a:prstGeom prst="roundRect">
            <a:avLst>
              <a:gd name="adj" fmla="val 11389"/>
            </a:avLst>
          </a:prstGeom>
          <a:solidFill>
            <a:srgbClr val="00D4AA">
              <a:alpha val="6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8444" y="2661466"/>
            <a:ext cx="3002209" cy="882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/init</a:t>
            </a:r>
            <a:r>
              <a:rPr lang="en-US" sz="16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handles the inferrable. 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tacit</a:t>
            </a:r>
            <a:r>
              <a:rPr lang="en-US" sz="16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handles the tacit.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5051" y="3882885"/>
            <a:ext cx="1433364" cy="314325"/>
          </a:xfrm>
          <a:prstGeom prst="roundRect">
            <a:avLst>
              <a:gd name="adj" fmla="val 56566"/>
            </a:avLst>
          </a:prstGeom>
          <a:solidFill>
            <a:srgbClr val="00D4AA">
              <a:alpha val="8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2276" y="3968610"/>
            <a:ext cx="10800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Agent SDK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88221" y="3899567"/>
            <a:ext cx="889843" cy="314325"/>
          </a:xfrm>
          <a:prstGeom prst="roundRect">
            <a:avLst>
              <a:gd name="adj" fmla="val 56566"/>
            </a:avLst>
          </a:prstGeom>
          <a:solidFill>
            <a:srgbClr val="00D4AA">
              <a:alpha val="8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75446" y="3985292"/>
            <a:ext cx="525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4.6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-530196" y="4756176"/>
            <a:ext cx="4655414" cy="203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Bef>
                <a:spcPts val="1600"/>
              </a:spcBef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was also generated with Claude </a:t>
            </a:r>
            <a:r>
              <a:rPr lang="en-US" sz="900" dirty="0"/>
              <a:t>🤖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4BEC1F7-553C-6644-E590-7362404C5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957" y="1434"/>
            <a:ext cx="4622800" cy="5105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291</Words>
  <Application>Microsoft Macintosh PowerPoint</Application>
  <PresentationFormat>On-screen Show (16:9)</PresentationFormat>
  <Paragraphs>75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Tacit - Extract Team Knowledge from PR Reviews</dc:title>
  <dc:subject>PptxGenJS Presentation</dc:subject>
  <dc:creator>Bayram Annakov</dc:creator>
  <cp:lastModifiedBy>Bayram Annakov</cp:lastModifiedBy>
  <cp:revision>5</cp:revision>
  <dcterms:created xsi:type="dcterms:W3CDTF">2026-02-16T03:31:47Z</dcterms:created>
  <dcterms:modified xsi:type="dcterms:W3CDTF">2026-02-16T06:39:18Z</dcterms:modified>
</cp:coreProperties>
</file>